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2"/>
    <p:sldId id="256" r:id="rId3"/>
    <p:sldId id="265" r:id="rId4"/>
    <p:sldId id="264" r:id="rId5"/>
    <p:sldId id="258" r:id="rId6"/>
    <p:sldId id="259" r:id="rId7"/>
    <p:sldId id="275" r:id="rId8"/>
    <p:sldId id="261" r:id="rId9"/>
    <p:sldId id="260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EF"/>
    <a:srgbClr val="193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0" d="100"/>
          <a:sy n="80" d="100"/>
        </p:scale>
        <p:origin x="152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d jadhav" userId="cc4794482ccbea3c" providerId="LiveId" clId="{28DFDC31-36AF-43CD-93A9-87D57EF5AEF2}"/>
    <pc:docChg chg="custSel modSld modMainMaster">
      <pc:chgData name="praveen d jadhav" userId="cc4794482ccbea3c" providerId="LiveId" clId="{28DFDC31-36AF-43CD-93A9-87D57EF5AEF2}" dt="2025-09-23T03:16:54.308" v="7" actId="27636"/>
      <pc:docMkLst>
        <pc:docMk/>
      </pc:docMkLst>
      <pc:sldChg chg="modSp mod">
        <pc:chgData name="praveen d jadhav" userId="cc4794482ccbea3c" providerId="LiveId" clId="{28DFDC31-36AF-43CD-93A9-87D57EF5AEF2}" dt="2025-09-23T03:16:54.308" v="7" actId="27636"/>
        <pc:sldMkLst>
          <pc:docMk/>
          <pc:sldMk cId="0" sldId="256"/>
        </pc:sldMkLst>
        <pc:spChg chg="mod">
          <ac:chgData name="praveen d jadhav" userId="cc4794482ccbea3c" providerId="LiveId" clId="{28DFDC31-36AF-43CD-93A9-87D57EF5AEF2}" dt="2025-09-23T03:16:54.308" v="7" actId="27636"/>
          <ac:spMkLst>
            <pc:docMk/>
            <pc:sldMk cId="0" sldId="256"/>
            <ac:spMk id="2" creationId="{00000000-0000-0000-0000-000000000000}"/>
          </ac:spMkLst>
        </pc:spChg>
      </pc:sldChg>
      <pc:sldMasterChg chg="addSp delSp modSp mod">
        <pc:chgData name="praveen d jadhav" userId="cc4794482ccbea3c" providerId="LiveId" clId="{28DFDC31-36AF-43CD-93A9-87D57EF5AEF2}" dt="2025-09-23T03:16:35.716" v="4" actId="1076"/>
        <pc:sldMasterMkLst>
          <pc:docMk/>
          <pc:sldMasterMk cId="0" sldId="2147483648"/>
        </pc:sldMasterMkLst>
        <pc:picChg chg="del">
          <ac:chgData name="praveen d jadhav" userId="cc4794482ccbea3c" providerId="LiveId" clId="{28DFDC31-36AF-43CD-93A9-87D57EF5AEF2}" dt="2025-09-23T03:16:09.198" v="0" actId="478"/>
          <ac:picMkLst>
            <pc:docMk/>
            <pc:sldMasterMk cId="0" sldId="2147483648"/>
            <ac:picMk id="4" creationId="{B210981A-AE89-42D6-914B-0F81A6B51E2A}"/>
          </ac:picMkLst>
        </pc:picChg>
        <pc:picChg chg="add mod">
          <ac:chgData name="praveen d jadhav" userId="cc4794482ccbea3c" providerId="LiveId" clId="{28DFDC31-36AF-43CD-93A9-87D57EF5AEF2}" dt="2025-09-23T03:16:35.716" v="4" actId="1076"/>
          <ac:picMkLst>
            <pc:docMk/>
            <pc:sldMasterMk cId="0" sldId="2147483648"/>
            <ac:picMk id="5" creationId="{9A2607D2-3746-48A1-959C-ED7479D53573}"/>
          </ac:picMkLst>
        </pc:pic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063DF40-A8A3-4DA3-BD7C-9127AEC766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3/25/2026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87824" y="5983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ext Box 10"/>
          <p:cNvSpPr txBox="1"/>
          <p:nvPr userDrawn="1"/>
        </p:nvSpPr>
        <p:spPr>
          <a:xfrm>
            <a:off x="2266950" y="4826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669" y="836712"/>
            <a:ext cx="7886700" cy="812849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69950"/>
            <a:ext cx="7886700" cy="4351338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AB86D0-B768-4562-89BC-E8787C2A996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3/25/2026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92413"/>
            <a:ext cx="7886700" cy="81284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3D7F70-3C44-4A10-B402-237D081EF6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3/25/2026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5169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C37DAC8-FAEE-4EBF-9802-8F4C1CDBA5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3/25/2026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36712"/>
            <a:ext cx="7886700" cy="81284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24F67EE-8DD9-4074-B7FD-52ECB918F0F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3/25/2026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0" y="-237847"/>
            <a:ext cx="9144000" cy="4266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6A4F2C6-3A16-428D-8890-8CD81BD7772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3/25/2026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C45B1E-3714-436F-A336-26E1E49CD898}" type="slidenum">
              <a:rPr lang="en-US" smtClean="0">
                <a:solidFill>
                  <a:prstClr val="white"/>
                </a:solidFill>
              </a:r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454" y="978981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ABE1673-0D0B-4441-9CB1-B21E39A3144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3/25/2026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214C546-1FC5-4073-85DF-A5463AB3A4F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3/25/2026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58E50A4-9416-4E34-AD0E-4D28205B3AB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3/25/2026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F098787-47D2-48A9-9C71-66F5A7452A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3/25/2026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4723805" y="446484"/>
            <a:ext cx="3750469" cy="57864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 hasCustomPrompt="1"/>
          </p:nvPr>
        </p:nvSpPr>
        <p:spPr>
          <a:xfrm>
            <a:off x="669727" y="446484"/>
            <a:ext cx="3750469" cy="2803922"/>
          </a:xfrm>
          <a:prstGeom prst="rect">
            <a:avLst/>
          </a:prstGeom>
        </p:spPr>
        <p:txBody>
          <a:bodyPr anchor="b"/>
          <a:lstStyle>
            <a:lvl1pPr>
              <a:defRPr sz="3165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 hasCustomPrompt="1"/>
          </p:nvPr>
        </p:nvSpPr>
        <p:spPr>
          <a:xfrm>
            <a:off x="669727" y="3348634"/>
            <a:ext cx="3750469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90"/>
            </a:lvl1pPr>
            <a:lvl2pPr marL="0" indent="120650" algn="ctr">
              <a:spcBef>
                <a:spcPts val="0"/>
              </a:spcBef>
              <a:buSzTx/>
              <a:buNone/>
              <a:defRPr sz="1690"/>
            </a:lvl2pPr>
            <a:lvl3pPr marL="0" indent="241300" algn="ctr">
              <a:spcBef>
                <a:spcPts val="0"/>
              </a:spcBef>
              <a:buSzTx/>
              <a:buNone/>
              <a:defRPr sz="1690"/>
            </a:lvl3pPr>
            <a:lvl4pPr marL="0" indent="361950" algn="ctr">
              <a:spcBef>
                <a:spcPts val="0"/>
              </a:spcBef>
              <a:buSzTx/>
              <a:buNone/>
              <a:defRPr sz="1690"/>
            </a:lvl4pPr>
            <a:lvl5pPr marL="0" indent="481965" algn="ctr">
              <a:spcBef>
                <a:spcPts val="0"/>
              </a:spcBef>
              <a:buSzTx/>
              <a:buNone/>
              <a:defRPr sz="169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t>‹#›</a:t>
            </a:fld>
            <a:endParaRPr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311701" y="842402"/>
            <a:ext cx="2807999" cy="10075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buSzPct val="100000"/>
              <a:defRPr sz="1800"/>
            </a:lvl4pPr>
            <a:lvl5pPr lvl="4">
              <a:spcBef>
                <a:spcPts val="0"/>
              </a:spcBef>
              <a:buSzPct val="100000"/>
              <a:defRPr sz="1800"/>
            </a:lvl5pPr>
            <a:lvl6pPr lvl="5">
              <a:spcBef>
                <a:spcPts val="0"/>
              </a:spcBef>
              <a:buSzPct val="100000"/>
              <a:defRPr sz="1800"/>
            </a:lvl6pPr>
            <a:lvl7pPr lvl="6">
              <a:spcBef>
                <a:spcPts val="0"/>
              </a:spcBef>
              <a:buSzPct val="100000"/>
              <a:defRPr sz="1800"/>
            </a:lvl7pPr>
            <a:lvl8pPr lvl="7">
              <a:spcBef>
                <a:spcPts val="0"/>
              </a:spcBef>
              <a:buSzPct val="100000"/>
              <a:defRPr sz="1800"/>
            </a:lvl8pPr>
            <a:lvl9pPr lvl="8">
              <a:spcBef>
                <a:spcPts val="0"/>
              </a:spcBef>
              <a:buSzPct val="100000"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311701" y="2157604"/>
            <a:ext cx="2807999" cy="393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900"/>
            </a:lvl1pPr>
            <a:lvl2pPr lvl="1">
              <a:spcBef>
                <a:spcPts val="0"/>
              </a:spcBef>
              <a:buSzPct val="100000"/>
              <a:defRPr sz="900"/>
            </a:lvl2pPr>
            <a:lvl3pPr lvl="2">
              <a:spcBef>
                <a:spcPts val="0"/>
              </a:spcBef>
              <a:buSzPct val="100000"/>
              <a:defRPr sz="900"/>
            </a:lvl3pPr>
            <a:lvl4pPr lvl="3">
              <a:spcBef>
                <a:spcPts val="0"/>
              </a:spcBef>
              <a:buSzPct val="100000"/>
              <a:defRPr sz="900"/>
            </a:lvl4pPr>
            <a:lvl5pPr lvl="4">
              <a:spcBef>
                <a:spcPts val="0"/>
              </a:spcBef>
              <a:buSzPct val="100000"/>
              <a:defRPr sz="900"/>
            </a:lvl5pPr>
            <a:lvl6pPr lvl="5">
              <a:spcBef>
                <a:spcPts val="0"/>
              </a:spcBef>
              <a:buSzPct val="100000"/>
              <a:defRPr sz="900"/>
            </a:lvl6pPr>
            <a:lvl7pPr lvl="6">
              <a:spcBef>
                <a:spcPts val="0"/>
              </a:spcBef>
              <a:buSzPct val="100000"/>
              <a:defRPr sz="900"/>
            </a:lvl7pPr>
            <a:lvl8pPr lvl="7">
              <a:spcBef>
                <a:spcPts val="0"/>
              </a:spcBef>
              <a:buSzPct val="100000"/>
              <a:defRPr sz="900"/>
            </a:lvl8pPr>
            <a:lvl9pPr lvl="8">
              <a:spcBef>
                <a:spcPts val="0"/>
              </a:spcBef>
              <a:buSzPct val="100000"/>
              <a:defRPr sz="900"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72458" y="6217621"/>
            <a:ext cx="5486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-GB" smtClean="0">
                <a:solidFill>
                  <a:prstClr val="white"/>
                </a:solidFill>
              </a:rPr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7" y="351211"/>
            <a:ext cx="8382000" cy="553998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1" y="1411553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 hasCustomPrompt="1"/>
          </p:nvPr>
        </p:nvSpPr>
        <p:spPr>
          <a:xfrm>
            <a:off x="669727" y="312540"/>
            <a:ext cx="7804547" cy="151804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t>‹#›</a:t>
            </a:fld>
            <a:endParaRPr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429002"/>
            <a:ext cx="9144000" cy="3428999"/>
          </a:xfrm>
          <a:prstGeom prst="rect">
            <a:avLst/>
          </a:prstGeom>
          <a:solidFill>
            <a:srgbClr val="585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0" y="2"/>
            <a:ext cx="9144000" cy="3428999"/>
          </a:xfrm>
          <a:prstGeom prst="rect">
            <a:avLst/>
          </a:prstGeom>
          <a:solidFill>
            <a:srgbClr val="ADB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1" y="0"/>
            <a:ext cx="7043208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6" y="4344989"/>
            <a:ext cx="704320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50" y="2355850"/>
            <a:ext cx="7690114" cy="1384994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anose="020B0604020202020204" pitchFamily="34" charset="0"/>
              <a:buNone/>
              <a:defRPr kumimoji="0" lang="en-US" sz="7500" b="1" i="1" u="none" strike="noStrike" kern="1200" cap="none" spc="-48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767" y="11752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gradFill>
            <a:gsLst>
              <a:gs pos="0">
                <a:srgbClr val="FBFB11"/>
              </a:gs>
              <a:gs pos="100000">
                <a:srgbClr val="838309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" y="6492876"/>
            <a:ext cx="9144000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611581" y="764792"/>
            <a:ext cx="8517179" cy="45719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-1" y="6590108"/>
            <a:ext cx="9144001" cy="267893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sz="1350" dirty="0">
                <a:solidFill>
                  <a:prstClr val="white"/>
                </a:solidFill>
              </a:rPr>
              <a:t>FORGE-X-24Hrs National Level Hackathon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05" y="980442"/>
            <a:ext cx="7886700" cy="812849"/>
          </a:xfrm>
        </p:spPr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IMPORTANT INSTRUCTIONS</a:t>
            </a:r>
            <a:br>
              <a:rPr lang="en-US" altLang="en-US">
                <a:latin typeface="Times New Roman" panose="02020603050405020304" charset="0"/>
                <a:cs typeface="Times New Roman" panose="02020603050405020304" charset="0"/>
              </a:rPr>
            </a:b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82" y="1484446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Please ensure below pointers are met while submitting the Idea PPT:</a:t>
            </a:r>
          </a:p>
          <a:p>
            <a:pPr marL="0" indent="0">
              <a:buNone/>
            </a:pPr>
            <a:endParaRPr lang="en-US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Kindly keep the maximum slides limit up to </a:t>
            </a:r>
            <a:r>
              <a:rPr lang="en-I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6 to 8 slides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 ( </a:t>
            </a:r>
            <a:r>
              <a:rPr lang="en-I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cluding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the title slide) </a:t>
            </a:r>
          </a:p>
          <a:p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Try to avoid paragraphs and post your idea in points /diagrams / Infographics /pictures </a:t>
            </a:r>
          </a:p>
          <a:p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Keep your explanation precise and easy to understand</a:t>
            </a:r>
          </a:p>
          <a:p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Idea should be unique and novel. </a:t>
            </a:r>
          </a:p>
          <a:p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Use legible fonts and maintain a balance of text and visuals.</a:t>
            </a:r>
          </a:p>
          <a:p>
            <a:r>
              <a:rPr lang="en-IN" altLang="en-US" sz="16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Delete the text in red font from your final ppt.</a:t>
            </a:r>
            <a:endParaRPr lang="en-US" altLang="en-US" sz="1600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Note - You can delete this slide (Important Pointers) </a:t>
            </a:r>
          </a:p>
          <a:p>
            <a:pPr marL="0" indent="0">
              <a:buNone/>
            </a:pPr>
            <a:endParaRPr lang="en-US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257" y="1135162"/>
            <a:ext cx="8134985" cy="2720563"/>
          </a:xfrm>
        </p:spPr>
        <p:txBody>
          <a:bodyPr>
            <a:normAutofit/>
          </a:bodyPr>
          <a:lstStyle/>
          <a:p>
            <a:pPr algn="l"/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a. Idea 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Title: </a:t>
            </a:r>
            <a:b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b. Idea Category:</a:t>
            </a:r>
            <a:b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c. Project Domain</a:t>
            </a:r>
            <a:b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d. 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Team Name: </a:t>
            </a:r>
            <a:b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e. University/Organization Name: </a:t>
            </a:r>
            <a:b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f. 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Team Members</a:t>
            </a:r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 details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: </a:t>
            </a:r>
            <a:b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</a:b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3401803"/>
              </p:ext>
            </p:extLst>
          </p:nvPr>
        </p:nvGraphicFramePr>
        <p:xfrm>
          <a:off x="663257" y="4004945"/>
          <a:ext cx="8042593" cy="174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3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3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Name</a:t>
                      </a:r>
                    </a:p>
                  </a:txBody>
                  <a:tcPr>
                    <a:solidFill>
                      <a:srgbClr val="193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Department</a:t>
                      </a:r>
                    </a:p>
                  </a:txBody>
                  <a:tcPr>
                    <a:solidFill>
                      <a:srgbClr val="193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Email ID</a:t>
                      </a:r>
                    </a:p>
                  </a:txBody>
                  <a:tcPr>
                    <a:solidFill>
                      <a:srgbClr val="193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Mobile</a:t>
                      </a:r>
                    </a:p>
                  </a:txBody>
                  <a:tcPr>
                    <a:solidFill>
                      <a:srgbClr val="193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altLang="en-US" sz="1400" dirty="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alt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 dirty="0">
                        <a:ln w="12700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836297"/>
            <a:ext cx="7886700" cy="81284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1865" y="836295"/>
            <a:ext cx="5521686" cy="1278255"/>
          </a:xfrm>
        </p:spPr>
        <p:txBody>
          <a:bodyPr>
            <a:normAutofit fontScale="65000" lnSpcReduction="20000"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</a:rPr>
              <a:t>What is the problem you are addressing?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Clearly define the problem.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Provide relevant data/statistics to highlight its significance.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</a:rPr>
              <a:t>Who does it affect?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Target audience or stakeholders.</a:t>
            </a:r>
          </a:p>
          <a:p>
            <a:pPr marL="0" indent="0">
              <a:buNone/>
            </a:pP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895" y="764542"/>
            <a:ext cx="7886700" cy="812849"/>
          </a:xfrm>
        </p:spPr>
        <p:txBody>
          <a:bodyPr>
            <a:normAutofit/>
          </a:bodyPr>
          <a:lstStyle/>
          <a:p>
            <a:r>
              <a:rPr lang="en-IN" dirty="0"/>
              <a:t>Product/ Solution -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190810"/>
            <a:ext cx="5824855" cy="832485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What is your solution?</a:t>
            </a:r>
            <a:r>
              <a:rPr lang="en-IN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Explain your idea in a clear and concise manner.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Why is it innovative?</a:t>
            </a:r>
            <a:r>
              <a:rPr lang="en-IN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Highlight what makes your solution unique or impactful.</a:t>
            </a:r>
          </a:p>
          <a:p>
            <a:endParaRPr lang="en-US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36932"/>
            <a:ext cx="7886700" cy="812849"/>
          </a:xfrm>
        </p:spPr>
        <p:txBody>
          <a:bodyPr>
            <a:normAutofit/>
          </a:bodyPr>
          <a:lstStyle/>
          <a:p>
            <a:r>
              <a:rPr lang="en-US" altLang="en-US" dirty="0"/>
              <a:t>How It Works</a:t>
            </a:r>
            <a:r>
              <a:rPr lang="en-IN" altLang="en-US" dirty="0"/>
              <a:t>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1775" y="980440"/>
            <a:ext cx="6298565" cy="9512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Overview: Step-by-step explanation of how your solution works.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Technical Aspects (if applicable):</a:t>
            </a:r>
          </a:p>
          <a:p>
            <a:pPr marL="457200" lvl="1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Include any technology, tools, or methods used.</a:t>
            </a:r>
          </a:p>
          <a:p>
            <a:pPr marL="457200" lvl="1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Diagrams or flowcharts to illustrate processes (optional).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12802"/>
            <a:ext cx="7886700" cy="812849"/>
          </a:xfrm>
        </p:spPr>
        <p:txBody>
          <a:bodyPr>
            <a:normAutofit/>
          </a:bodyPr>
          <a:lstStyle/>
          <a:p>
            <a:r>
              <a:rPr lang="en-US" altLang="en-US" dirty="0"/>
              <a:t>Feasibility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8445" y="908685"/>
            <a:ext cx="4565650" cy="177419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Feasibility: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How realistic is your idea?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Resources, budget, or support required.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Impact: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Expected outcomes or benefits.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Environmental, societal, or economic impact.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12802"/>
            <a:ext cx="7886700" cy="812849"/>
          </a:xfrm>
        </p:spPr>
        <p:txBody>
          <a:bodyPr>
            <a:normAutofit/>
          </a:bodyPr>
          <a:lstStyle/>
          <a:p>
            <a:r>
              <a:rPr lang="en-IN" dirty="0"/>
              <a:t>Business Model Canvas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8445" y="908685"/>
            <a:ext cx="4565650" cy="177419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Content: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Use the Business Model Canvas framework: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Key Partners, Activities, Value Propositions, Customer Segments, Revenue Streams, etc.</a:t>
            </a:r>
          </a:p>
        </p:txBody>
      </p:sp>
    </p:spTree>
    <p:extLst>
      <p:ext uri="{BB962C8B-B14F-4D97-AF65-F5344CB8AC3E}">
        <p14:creationId xmlns:p14="http://schemas.microsoft.com/office/powerpoint/2010/main" val="3551767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895" y="764542"/>
            <a:ext cx="7886700" cy="812849"/>
          </a:xfrm>
        </p:spPr>
        <p:txBody>
          <a:bodyPr>
            <a:normAutofit/>
          </a:bodyPr>
          <a:lstStyle/>
          <a:p>
            <a:r>
              <a:rPr lang="en-US" altLang="en-US" dirty="0"/>
              <a:t>SWOT analysis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09222F5-6E4E-4074-A3AD-CA76BB2F2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8445" y="908685"/>
            <a:ext cx="4565650" cy="177419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Content: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4 quadrants for Strengths, Weaknesses, Opportunities, and Threats.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Summarize insights into bullet points.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36712"/>
            <a:ext cx="7886700" cy="812849"/>
          </a:xfrm>
        </p:spPr>
        <p:txBody>
          <a:bodyPr>
            <a:normAutofit/>
          </a:bodyPr>
          <a:lstStyle/>
          <a:p>
            <a:r>
              <a:rPr lang="en-US" altLang="en-US" dirty="0"/>
              <a:t>Target Audience and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121" y="1412776"/>
            <a:ext cx="7886700" cy="117665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Who are the end-users or beneficiaries?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Potential Market/Reach: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For business ideas: Address market size, demand, or scalability.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4" y="836932"/>
            <a:ext cx="8269545" cy="812849"/>
          </a:xfrm>
        </p:spPr>
        <p:txBody>
          <a:bodyPr/>
          <a:lstStyle/>
          <a:p>
            <a:r>
              <a:rPr lang="en-IN" dirty="0"/>
              <a:t>Plan of Action for prototype development in next 20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935" y="1365301"/>
            <a:ext cx="7886700" cy="568960"/>
          </a:xfrm>
        </p:spPr>
        <p:txBody>
          <a:bodyPr>
            <a:noAutofit/>
          </a:bodyPr>
          <a:lstStyle/>
          <a:p>
            <a:r>
              <a:rPr lang="en-US" altLang="en-US" sz="1100" dirty="0">
                <a:solidFill>
                  <a:srgbClr val="FF0000"/>
                </a:solidFill>
              </a:rPr>
              <a:t>Key Milestones:</a:t>
            </a:r>
            <a:r>
              <a:rPr lang="en-IN" altLang="en-US" sz="1100" dirty="0">
                <a:solidFill>
                  <a:srgbClr val="FF0000"/>
                </a:solidFill>
              </a:rPr>
              <a:t> </a:t>
            </a:r>
            <a:r>
              <a:rPr lang="en-US" altLang="en-US" sz="1100" dirty="0">
                <a:solidFill>
                  <a:srgbClr val="FF0000"/>
                </a:solidFill>
              </a:rPr>
              <a:t>Idea development, prototype, testing, implementation, etc.</a:t>
            </a:r>
          </a:p>
          <a:p>
            <a:r>
              <a:rPr lang="en-US" altLang="en-US" sz="1100" dirty="0">
                <a:solidFill>
                  <a:srgbClr val="FF0000"/>
                </a:solidFill>
              </a:rPr>
              <a:t>Timeline:</a:t>
            </a:r>
            <a:r>
              <a:rPr lang="en-IN" altLang="en-US" sz="1100" dirty="0">
                <a:solidFill>
                  <a:srgbClr val="FF0000"/>
                </a:solidFill>
              </a:rPr>
              <a:t> </a:t>
            </a:r>
            <a:r>
              <a:rPr lang="en-US" altLang="en-US" sz="1100" dirty="0">
                <a:solidFill>
                  <a:srgbClr val="FF0000"/>
                </a:solidFill>
              </a:rPr>
              <a:t>Indicate when you plan to achieve each milestone.</a:t>
            </a:r>
          </a:p>
          <a:p>
            <a:pPr marL="0" indent="0">
              <a:buNone/>
            </a:pPr>
            <a:endParaRPr lang="en-US" altLang="en-US" sz="11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6*144"/>
  <p:tag name="TABLE_ENDDRAG_RECT" val="51*207*626*144"/>
</p:tagLst>
</file>

<file path=ppt/theme/theme1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402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5_Office Theme</vt:lpstr>
      <vt:lpstr>IMPORTANT INSTRUCTIONS </vt:lpstr>
      <vt:lpstr>a. Idea Title:  b. Idea Category: c. Project Domain d. Team Name:  e. University/Organization Name:  f. Team Members details:  </vt:lpstr>
      <vt:lpstr>Problem Statement</vt:lpstr>
      <vt:lpstr>Product/ Solution - Innovation</vt:lpstr>
      <vt:lpstr>How It Works? </vt:lpstr>
      <vt:lpstr>Feasibility and Impact</vt:lpstr>
      <vt:lpstr>Business Model Canvas</vt:lpstr>
      <vt:lpstr>SWOT analysis</vt:lpstr>
      <vt:lpstr>Target Audience and Market</vt:lpstr>
      <vt:lpstr>Plan of Action for prototype development in next 20 hours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template of PPT -  Application for Pitching</dc:title>
  <dc:creator>Admin</dc:creator>
  <cp:lastModifiedBy>praveen d jadhav</cp:lastModifiedBy>
  <cp:revision>26</cp:revision>
  <dcterms:created xsi:type="dcterms:W3CDTF">2017-07-03T16:53:00Z</dcterms:created>
  <dcterms:modified xsi:type="dcterms:W3CDTF">2026-03-25T04:02:45Z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94574E673B564A3280D89B566024FA3F_13</vt:lpwstr>
  </property>
  <property fmtid="{D5CDD505-2E9C-101B-9397-08002B2CF9AE}" pid="3" name="KSOProductBuildVer">
    <vt:lpwstr>1033-12.2.0.18911</vt:lpwstr>
  </property>
</Properties>
</file>